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80" r:id="rId25"/>
    <p:sldId id="281" r:id="rId26"/>
    <p:sldId id="282" r:id="rId27"/>
    <p:sldId id="283" r:id="rId28"/>
    <p:sldId id="284" r:id="rId29"/>
    <p:sldId id="285" r:id="rId30"/>
    <p:sldId id="286" r:id="rId3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3" name="PlaceHolder 2"/>
          <p:cNvSpPr>
            <a:spLocks noGrp="1"/>
          </p:cNvSpPr>
          <p:nvPr>
            <p:ph type="subTitle"/>
          </p:nvPr>
        </p:nvSpPr>
        <p:spPr>
          <a:xfrm>
            <a:off x="457200" y="1604520"/>
            <a:ext cx="8229240" cy="3977640"/>
          </a:xfrm>
          <a:prstGeom prst="rect">
            <a:avLst/>
          </a:prstGeom>
        </p:spPr>
        <p:txBody>
          <a:bodyPr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lstStyle/>
          <a:p>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820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13" name="PlaceHolder 3"/>
          <p:cNvSpPr>
            <a:spLocks noGrp="1"/>
          </p:cNvSpPr>
          <p:nvPr>
            <p:ph type="body"/>
          </p:nvPr>
        </p:nvSpPr>
        <p:spPr>
          <a:xfrm>
            <a:off x="457200" y="3682080"/>
            <a:ext cx="4015800" cy="1896840"/>
          </a:xfrm>
          <a:prstGeom prst="rect">
            <a:avLst/>
          </a:prstGeom>
        </p:spPr>
        <p:txBody>
          <a:bodyPr lIns="0" tIns="0" rIns="0" bIns="0"/>
          <a:lstStyle/>
          <a:p>
            <a:endParaRPr/>
          </a:p>
        </p:txBody>
      </p:sp>
      <p:sp>
        <p:nvSpPr>
          <p:cNvPr id="14" name="PlaceHolder 4"/>
          <p:cNvSpPr>
            <a:spLocks noGrp="1"/>
          </p:cNvSpPr>
          <p:nvPr>
            <p:ph type="body"/>
          </p:nvPr>
        </p:nvSpPr>
        <p:spPr>
          <a:xfrm>
            <a:off x="4674240" y="1604520"/>
            <a:ext cx="4015800" cy="3977280"/>
          </a:xfrm>
          <a:prstGeom prst="rect">
            <a:avLst/>
          </a:prstGeom>
        </p:spPr>
        <p:txBody>
          <a:bodyPr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lstStyle/>
          <a:p>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lstStyle/>
          <a:p>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29" name="PlaceHolder 4"/>
          <p:cNvSpPr>
            <a:spLocks noGrp="1"/>
          </p:cNvSpPr>
          <p:nvPr>
            <p:ph type="body"/>
          </p:nvPr>
        </p:nvSpPr>
        <p:spPr>
          <a:xfrm>
            <a:off x="4674240" y="3682080"/>
            <a:ext cx="4015800" cy="1896840"/>
          </a:xfrm>
          <a:prstGeom prst="rect">
            <a:avLst/>
          </a:prstGeom>
        </p:spPr>
        <p:txBody>
          <a:bodyPr lIns="0" tIns="0" rIns="0" bIns="0"/>
          <a:lstStyle/>
          <a:p>
            <a:endParaRPr/>
          </a:p>
        </p:txBody>
      </p:sp>
      <p:sp>
        <p:nvSpPr>
          <p:cNvPr id="30" name="PlaceHolder 5"/>
          <p:cNvSpPr>
            <a:spLocks noGrp="1"/>
          </p:cNvSpPr>
          <p:nvPr>
            <p:ph type="body"/>
          </p:nvPr>
        </p:nvSpPr>
        <p:spPr>
          <a:xfrm>
            <a:off x="457200" y="3682080"/>
            <a:ext cx="4015800" cy="1896840"/>
          </a:xfrm>
          <a:prstGeom prst="rect">
            <a:avLst/>
          </a:prstGeom>
        </p:spPr>
        <p:txBody>
          <a:bodyPr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32" name="PlaceHolder 2"/>
          <p:cNvSpPr>
            <a:spLocks noGrp="1"/>
          </p:cNvSpPr>
          <p:nvPr>
            <p:ph type="body"/>
          </p:nvPr>
        </p:nvSpPr>
        <p:spPr>
          <a:xfrm>
            <a:off x="457200" y="1604520"/>
            <a:ext cx="8229240" cy="3977280"/>
          </a:xfrm>
          <a:prstGeom prst="rect">
            <a:avLst/>
          </a:prstGeom>
        </p:spPr>
        <p:txBody>
          <a:bodyPr lIns="0" tIns="0" rIns="0" bIns="0"/>
          <a:lstStyle/>
          <a:p>
            <a:endParaRPr/>
          </a:p>
        </p:txBody>
      </p:sp>
      <p:sp>
        <p:nvSpPr>
          <p:cNvPr id="33" name="PlaceHolder 3"/>
          <p:cNvSpPr>
            <a:spLocks noGrp="1"/>
          </p:cNvSpPr>
          <p:nvPr>
            <p:ph type="body"/>
          </p:nvPr>
        </p:nvSpPr>
        <p:spPr>
          <a:xfrm>
            <a:off x="457200" y="1604520"/>
            <a:ext cx="8229240" cy="3977280"/>
          </a:xfrm>
          <a:prstGeom prst="rect">
            <a:avLst/>
          </a:prstGeom>
        </p:spPr>
        <p:txBody>
          <a:bodyPr lIns="0" tIns="0" rIns="0" bIns="0"/>
          <a:lstStyle/>
          <a:p>
            <a:endParaRPr/>
          </a:p>
        </p:txBody>
      </p:sp>
      <p:pic>
        <p:nvPicPr>
          <p:cNvPr id="34" name="Picture 33"/>
          <p:cNvPicPr/>
          <p:nvPr/>
        </p:nvPicPr>
        <p:blipFill>
          <a:blip r:embed="rId2"/>
          <a:stretch>
            <a:fillRect/>
          </a:stretch>
        </p:blipFill>
        <p:spPr>
          <a:xfrm>
            <a:off x="2079000" y="1604520"/>
            <a:ext cx="4984920" cy="3977280"/>
          </a:xfrm>
          <a:prstGeom prst="rect">
            <a:avLst/>
          </a:prstGeom>
          <a:ln>
            <a:noFill/>
          </a:ln>
        </p:spPr>
      </p:pic>
      <p:pic>
        <p:nvPicPr>
          <p:cNvPr id="35" name="Picture 34"/>
          <p:cNvPicPr/>
          <p:nvPr/>
        </p:nvPicPr>
        <p:blipFill>
          <a:blip r:embed="rId2"/>
          <a:stretch>
            <a:fillRect/>
          </a:stretch>
        </p:blipFill>
        <p:spPr>
          <a:xfrm>
            <a:off x="207900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39" name="PlaceHolder 2"/>
          <p:cNvSpPr>
            <a:spLocks noGrp="1"/>
          </p:cNvSpPr>
          <p:nvPr>
            <p:ph type="subTitle"/>
          </p:nvPr>
        </p:nvSpPr>
        <p:spPr>
          <a:xfrm>
            <a:off x="457200" y="1604520"/>
            <a:ext cx="8229240" cy="3977640"/>
          </a:xfrm>
          <a:prstGeom prst="rect">
            <a:avLst/>
          </a:prstGeom>
        </p:spPr>
        <p:txBody>
          <a:bodyPr lIns="0" tIns="0" rIns="0" bIns="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41" name="PlaceHolder 2"/>
          <p:cNvSpPr>
            <a:spLocks noGrp="1"/>
          </p:cNvSpPr>
          <p:nvPr>
            <p:ph type="body"/>
          </p:nvPr>
        </p:nvSpPr>
        <p:spPr>
          <a:xfrm>
            <a:off x="457200" y="1604520"/>
            <a:ext cx="8229240" cy="3977280"/>
          </a:xfrm>
          <a:prstGeom prst="rect">
            <a:avLst/>
          </a:prstGeom>
        </p:spPr>
        <p:txBody>
          <a:bodyPr lIns="0" tIns="0" rIns="0" bIns="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43" name="PlaceHolder 2"/>
          <p:cNvSpPr>
            <a:spLocks noGrp="1"/>
          </p:cNvSpPr>
          <p:nvPr>
            <p:ph type="body"/>
          </p:nvPr>
        </p:nvSpPr>
        <p:spPr>
          <a:xfrm>
            <a:off x="457200" y="1604520"/>
            <a:ext cx="4015800" cy="3977280"/>
          </a:xfrm>
          <a:prstGeom prst="rect">
            <a:avLst/>
          </a:prstGeom>
        </p:spPr>
        <p:txBody>
          <a:bodyPr lIns="0" tIns="0" rIns="0" bIns="0"/>
          <a:lstStyle/>
          <a:p>
            <a:endParaRPr/>
          </a:p>
        </p:txBody>
      </p:sp>
      <p:sp>
        <p:nvSpPr>
          <p:cNvPr id="44" name="PlaceHolder 3"/>
          <p:cNvSpPr>
            <a:spLocks noGrp="1"/>
          </p:cNvSpPr>
          <p:nvPr>
            <p:ph type="body"/>
          </p:nvPr>
        </p:nvSpPr>
        <p:spPr>
          <a:xfrm>
            <a:off x="4674240" y="1604520"/>
            <a:ext cx="4015800" cy="3977280"/>
          </a:xfrm>
          <a:prstGeom prst="rect">
            <a:avLst/>
          </a:prstGeom>
        </p:spPr>
        <p:txBody>
          <a:bodyPr lIns="0" tIns="0" rIns="0" bIns="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457200" y="273600"/>
            <a:ext cx="8229240" cy="5308200"/>
          </a:xfrm>
          <a:prstGeom prst="rect">
            <a:avLst/>
          </a:prstGeom>
        </p:spPr>
        <p:txBody>
          <a:bodyPr lIns="0" tIns="0" rIns="0" bIns="0" anchor="ct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48"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49" name="PlaceHolder 3"/>
          <p:cNvSpPr>
            <a:spLocks noGrp="1"/>
          </p:cNvSpPr>
          <p:nvPr>
            <p:ph type="body"/>
          </p:nvPr>
        </p:nvSpPr>
        <p:spPr>
          <a:xfrm>
            <a:off x="457200" y="3682080"/>
            <a:ext cx="4015800" cy="1896840"/>
          </a:xfrm>
          <a:prstGeom prst="rect">
            <a:avLst/>
          </a:prstGeom>
        </p:spPr>
        <p:txBody>
          <a:bodyPr lIns="0" tIns="0" rIns="0" bIns="0"/>
          <a:lstStyle/>
          <a:p>
            <a:endParaRPr/>
          </a:p>
        </p:txBody>
      </p:sp>
      <p:sp>
        <p:nvSpPr>
          <p:cNvPr id="50" name="PlaceHolder 4"/>
          <p:cNvSpPr>
            <a:spLocks noGrp="1"/>
          </p:cNvSpPr>
          <p:nvPr>
            <p:ph type="body"/>
          </p:nvPr>
        </p:nvSpPr>
        <p:spPr>
          <a:xfrm>
            <a:off x="4674240" y="1604520"/>
            <a:ext cx="4015800" cy="3977280"/>
          </a:xfrm>
          <a:prstGeom prst="rect">
            <a:avLst/>
          </a:prstGeom>
        </p:spPr>
        <p:txBody>
          <a:bodyPr lIns="0" tIns="0" rIns="0" bIns="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52" name="PlaceHolder 2"/>
          <p:cNvSpPr>
            <a:spLocks noGrp="1"/>
          </p:cNvSpPr>
          <p:nvPr>
            <p:ph type="body"/>
          </p:nvPr>
        </p:nvSpPr>
        <p:spPr>
          <a:xfrm>
            <a:off x="457200" y="1604520"/>
            <a:ext cx="4015800" cy="3977280"/>
          </a:xfrm>
          <a:prstGeom prst="rect">
            <a:avLst/>
          </a:prstGeom>
        </p:spPr>
        <p:txBody>
          <a:bodyPr lIns="0" tIns="0" rIns="0" bIns="0"/>
          <a:lstStyle/>
          <a:p>
            <a:endParaRPr/>
          </a:p>
        </p:txBody>
      </p:sp>
      <p:sp>
        <p:nvSpPr>
          <p:cNvPr id="53"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54" name="PlaceHolder 4"/>
          <p:cNvSpPr>
            <a:spLocks noGrp="1"/>
          </p:cNvSpPr>
          <p:nvPr>
            <p:ph type="body"/>
          </p:nvPr>
        </p:nvSpPr>
        <p:spPr>
          <a:xfrm>
            <a:off x="4674240" y="3682080"/>
            <a:ext cx="4015800" cy="1896840"/>
          </a:xfrm>
          <a:prstGeom prst="rect">
            <a:avLst/>
          </a:prstGeom>
        </p:spPr>
        <p:txBody>
          <a:bodyPr lIns="0" tIns="0" rIns="0" bIns="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56"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57"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58" name="PlaceHolder 4"/>
          <p:cNvSpPr>
            <a:spLocks noGrp="1"/>
          </p:cNvSpPr>
          <p:nvPr>
            <p:ph type="body"/>
          </p:nvPr>
        </p:nvSpPr>
        <p:spPr>
          <a:xfrm>
            <a:off x="457200" y="3682080"/>
            <a:ext cx="8229240" cy="1896840"/>
          </a:xfrm>
          <a:prstGeom prst="rect">
            <a:avLst/>
          </a:prstGeom>
        </p:spPr>
        <p:txBody>
          <a:bodyPr lIns="0" tIns="0" rIns="0" bIns="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60" name="PlaceHolder 2"/>
          <p:cNvSpPr>
            <a:spLocks noGrp="1"/>
          </p:cNvSpPr>
          <p:nvPr>
            <p:ph type="body"/>
          </p:nvPr>
        </p:nvSpPr>
        <p:spPr>
          <a:xfrm>
            <a:off x="457200" y="1604520"/>
            <a:ext cx="8229240" cy="1896840"/>
          </a:xfrm>
          <a:prstGeom prst="rect">
            <a:avLst/>
          </a:prstGeom>
        </p:spPr>
        <p:txBody>
          <a:bodyPr lIns="0" tIns="0" rIns="0" bIns="0"/>
          <a:lstStyle/>
          <a:p>
            <a:endParaRPr/>
          </a:p>
        </p:txBody>
      </p:sp>
      <p:sp>
        <p:nvSpPr>
          <p:cNvPr id="61" name="PlaceHolder 3"/>
          <p:cNvSpPr>
            <a:spLocks noGrp="1"/>
          </p:cNvSpPr>
          <p:nvPr>
            <p:ph type="body"/>
          </p:nvPr>
        </p:nvSpPr>
        <p:spPr>
          <a:xfrm>
            <a:off x="457200" y="3682080"/>
            <a:ext cx="8229240" cy="1896840"/>
          </a:xfrm>
          <a:prstGeom prst="rect">
            <a:avLst/>
          </a:prstGeom>
        </p:spPr>
        <p:txBody>
          <a:bodyPr lIns="0" tIns="0" rIns="0" bIns="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63"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64"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65" name="PlaceHolder 4"/>
          <p:cNvSpPr>
            <a:spLocks noGrp="1"/>
          </p:cNvSpPr>
          <p:nvPr>
            <p:ph type="body"/>
          </p:nvPr>
        </p:nvSpPr>
        <p:spPr>
          <a:xfrm>
            <a:off x="4674240" y="3682080"/>
            <a:ext cx="4015800" cy="1896840"/>
          </a:xfrm>
          <a:prstGeom prst="rect">
            <a:avLst/>
          </a:prstGeom>
        </p:spPr>
        <p:txBody>
          <a:bodyPr lIns="0" tIns="0" rIns="0" bIns="0"/>
          <a:lstStyle/>
          <a:p>
            <a:endParaRPr/>
          </a:p>
        </p:txBody>
      </p:sp>
      <p:sp>
        <p:nvSpPr>
          <p:cNvPr id="66" name="PlaceHolder 5"/>
          <p:cNvSpPr>
            <a:spLocks noGrp="1"/>
          </p:cNvSpPr>
          <p:nvPr>
            <p:ph type="body"/>
          </p:nvPr>
        </p:nvSpPr>
        <p:spPr>
          <a:xfrm>
            <a:off x="457200" y="3682080"/>
            <a:ext cx="4015800" cy="1896840"/>
          </a:xfrm>
          <a:prstGeom prst="rect">
            <a:avLst/>
          </a:prstGeom>
        </p:spPr>
        <p:txBody>
          <a:bodyPr lIns="0" tIns="0" rIns="0" bIns="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68" name="PlaceHolder 2"/>
          <p:cNvSpPr>
            <a:spLocks noGrp="1"/>
          </p:cNvSpPr>
          <p:nvPr>
            <p:ph type="body"/>
          </p:nvPr>
        </p:nvSpPr>
        <p:spPr>
          <a:xfrm>
            <a:off x="457200" y="1604520"/>
            <a:ext cx="8229240" cy="3977280"/>
          </a:xfrm>
          <a:prstGeom prst="rect">
            <a:avLst/>
          </a:prstGeom>
        </p:spPr>
        <p:txBody>
          <a:bodyPr lIns="0" tIns="0" rIns="0" bIns="0"/>
          <a:lstStyle/>
          <a:p>
            <a:endParaRPr/>
          </a:p>
        </p:txBody>
      </p:sp>
      <p:sp>
        <p:nvSpPr>
          <p:cNvPr id="69" name="PlaceHolder 3"/>
          <p:cNvSpPr>
            <a:spLocks noGrp="1"/>
          </p:cNvSpPr>
          <p:nvPr>
            <p:ph type="body"/>
          </p:nvPr>
        </p:nvSpPr>
        <p:spPr>
          <a:xfrm>
            <a:off x="457200" y="1604520"/>
            <a:ext cx="8229240" cy="3977280"/>
          </a:xfrm>
          <a:prstGeom prst="rect">
            <a:avLst/>
          </a:prstGeom>
        </p:spPr>
        <p:txBody>
          <a:bodyPr lIns="0" tIns="0" rIns="0" bIns="0"/>
          <a:lstStyle/>
          <a:p>
            <a:endParaRPr/>
          </a:p>
        </p:txBody>
      </p:sp>
      <p:pic>
        <p:nvPicPr>
          <p:cNvPr id="70" name="Picture 69"/>
          <p:cNvPicPr/>
          <p:nvPr/>
        </p:nvPicPr>
        <p:blipFill>
          <a:blip r:embed="rId2"/>
          <a:stretch>
            <a:fillRect/>
          </a:stretch>
        </p:blipFill>
        <p:spPr>
          <a:xfrm>
            <a:off x="2079000" y="1604520"/>
            <a:ext cx="4984920" cy="3977280"/>
          </a:xfrm>
          <a:prstGeom prst="rect">
            <a:avLst/>
          </a:prstGeom>
          <a:ln>
            <a:noFill/>
          </a:ln>
        </p:spPr>
      </p:pic>
      <p:pic>
        <p:nvPicPr>
          <p:cNvPr id="71" name="Picture 70"/>
          <p:cNvPicPr/>
          <p:nvPr/>
        </p:nvPicPr>
        <p:blipFill>
          <a:blip r:embed="rId2"/>
          <a:stretch>
            <a:fillRect/>
          </a:stretch>
        </p:blipFill>
        <p:spPr>
          <a:xfrm>
            <a:off x="2079000" y="1604520"/>
            <a:ext cx="4984920" cy="39772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75" name="PlaceHolder 2"/>
          <p:cNvSpPr>
            <a:spLocks noGrp="1"/>
          </p:cNvSpPr>
          <p:nvPr>
            <p:ph type="subTitle"/>
          </p:nvPr>
        </p:nvSpPr>
        <p:spPr>
          <a:xfrm>
            <a:off x="457200" y="1604520"/>
            <a:ext cx="8229240" cy="3977640"/>
          </a:xfrm>
          <a:prstGeom prst="rect">
            <a:avLst/>
          </a:prstGeom>
        </p:spPr>
        <p:txBody>
          <a:bodyPr lIns="0" tIns="0" rIns="0" bIns="0" anchor="ct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77" name="PlaceHolder 2"/>
          <p:cNvSpPr>
            <a:spLocks noGrp="1"/>
          </p:cNvSpPr>
          <p:nvPr>
            <p:ph type="body"/>
          </p:nvPr>
        </p:nvSpPr>
        <p:spPr>
          <a:xfrm>
            <a:off x="457200" y="1604520"/>
            <a:ext cx="8229240" cy="3977280"/>
          </a:xfrm>
          <a:prstGeom prst="rect">
            <a:avLst/>
          </a:prstGeom>
        </p:spPr>
        <p:txBody>
          <a:bodyPr lIns="0" tIns="0" rIns="0" bIns="0"/>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79" name="PlaceHolder 2"/>
          <p:cNvSpPr>
            <a:spLocks noGrp="1"/>
          </p:cNvSpPr>
          <p:nvPr>
            <p:ph type="body"/>
          </p:nvPr>
        </p:nvSpPr>
        <p:spPr>
          <a:xfrm>
            <a:off x="457200" y="1604520"/>
            <a:ext cx="4015800" cy="3977280"/>
          </a:xfrm>
          <a:prstGeom prst="rect">
            <a:avLst/>
          </a:prstGeom>
        </p:spPr>
        <p:txBody>
          <a:bodyPr lIns="0" tIns="0" rIns="0" bIns="0"/>
          <a:lstStyle/>
          <a:p>
            <a:endParaRPr/>
          </a:p>
        </p:txBody>
      </p:sp>
      <p:sp>
        <p:nvSpPr>
          <p:cNvPr id="80" name="PlaceHolder 3"/>
          <p:cNvSpPr>
            <a:spLocks noGrp="1"/>
          </p:cNvSpPr>
          <p:nvPr>
            <p:ph type="body"/>
          </p:nvPr>
        </p:nvSpPr>
        <p:spPr>
          <a:xfrm>
            <a:off x="4674240" y="1604520"/>
            <a:ext cx="4015800" cy="3977280"/>
          </a:xfrm>
          <a:prstGeom prst="rect">
            <a:avLst/>
          </a:prstGeom>
        </p:spPr>
        <p:txBody>
          <a:bodyPr lIns="0" tIns="0" rIns="0" bIns="0"/>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2" name="PlaceHolder 1"/>
          <p:cNvSpPr>
            <a:spLocks noGrp="1"/>
          </p:cNvSpPr>
          <p:nvPr>
            <p:ph type="subTitle"/>
          </p:nvPr>
        </p:nvSpPr>
        <p:spPr>
          <a:xfrm>
            <a:off x="457200" y="273600"/>
            <a:ext cx="8229240" cy="5308200"/>
          </a:xfrm>
          <a:prstGeom prst="rect">
            <a:avLst/>
          </a:prstGeom>
        </p:spPr>
        <p:txBody>
          <a:bodyPr lIns="0" tIns="0" rIns="0" bIns="0" anchor="ct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84"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85" name="PlaceHolder 3"/>
          <p:cNvSpPr>
            <a:spLocks noGrp="1"/>
          </p:cNvSpPr>
          <p:nvPr>
            <p:ph type="body"/>
          </p:nvPr>
        </p:nvSpPr>
        <p:spPr>
          <a:xfrm>
            <a:off x="457200" y="3682080"/>
            <a:ext cx="4015800" cy="1896840"/>
          </a:xfrm>
          <a:prstGeom prst="rect">
            <a:avLst/>
          </a:prstGeom>
        </p:spPr>
        <p:txBody>
          <a:bodyPr lIns="0" tIns="0" rIns="0" bIns="0"/>
          <a:lstStyle/>
          <a:p>
            <a:endParaRPr/>
          </a:p>
        </p:txBody>
      </p:sp>
      <p:sp>
        <p:nvSpPr>
          <p:cNvPr id="86" name="PlaceHolder 4"/>
          <p:cNvSpPr>
            <a:spLocks noGrp="1"/>
          </p:cNvSpPr>
          <p:nvPr>
            <p:ph type="body"/>
          </p:nvPr>
        </p:nvSpPr>
        <p:spPr>
          <a:xfrm>
            <a:off x="4674240" y="1604520"/>
            <a:ext cx="4015800" cy="3977280"/>
          </a:xfrm>
          <a:prstGeom prst="rect">
            <a:avLst/>
          </a:prstGeom>
        </p:spPr>
        <p:txBody>
          <a:bodyPr lIns="0" tIns="0" rIns="0" bIns="0"/>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88" name="PlaceHolder 2"/>
          <p:cNvSpPr>
            <a:spLocks noGrp="1"/>
          </p:cNvSpPr>
          <p:nvPr>
            <p:ph type="body"/>
          </p:nvPr>
        </p:nvSpPr>
        <p:spPr>
          <a:xfrm>
            <a:off x="457200" y="1604520"/>
            <a:ext cx="4015800" cy="3977280"/>
          </a:xfrm>
          <a:prstGeom prst="rect">
            <a:avLst/>
          </a:prstGeom>
        </p:spPr>
        <p:txBody>
          <a:bodyPr lIns="0" tIns="0" rIns="0" bIns="0"/>
          <a:lstStyle/>
          <a:p>
            <a:endParaRPr/>
          </a:p>
        </p:txBody>
      </p:sp>
      <p:sp>
        <p:nvSpPr>
          <p:cNvPr id="89"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90" name="PlaceHolder 4"/>
          <p:cNvSpPr>
            <a:spLocks noGrp="1"/>
          </p:cNvSpPr>
          <p:nvPr>
            <p:ph type="body"/>
          </p:nvPr>
        </p:nvSpPr>
        <p:spPr>
          <a:xfrm>
            <a:off x="4674240" y="3682080"/>
            <a:ext cx="4015800" cy="1896840"/>
          </a:xfrm>
          <a:prstGeom prst="rect">
            <a:avLst/>
          </a:prstGeom>
        </p:spPr>
        <p:txBody>
          <a:bodyPr lIns="0" tIns="0" rIns="0" bIns="0"/>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92"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93"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94" name="PlaceHolder 4"/>
          <p:cNvSpPr>
            <a:spLocks noGrp="1"/>
          </p:cNvSpPr>
          <p:nvPr>
            <p:ph type="body"/>
          </p:nvPr>
        </p:nvSpPr>
        <p:spPr>
          <a:xfrm>
            <a:off x="457200" y="3682080"/>
            <a:ext cx="8229240" cy="1896840"/>
          </a:xfrm>
          <a:prstGeom prst="rect">
            <a:avLst/>
          </a:prstGeom>
        </p:spPr>
        <p:txBody>
          <a:bodyPr lIns="0" tIns="0" rIns="0" bIns="0"/>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96" name="PlaceHolder 2"/>
          <p:cNvSpPr>
            <a:spLocks noGrp="1"/>
          </p:cNvSpPr>
          <p:nvPr>
            <p:ph type="body"/>
          </p:nvPr>
        </p:nvSpPr>
        <p:spPr>
          <a:xfrm>
            <a:off x="457200" y="1604520"/>
            <a:ext cx="8229240" cy="1896840"/>
          </a:xfrm>
          <a:prstGeom prst="rect">
            <a:avLst/>
          </a:prstGeom>
        </p:spPr>
        <p:txBody>
          <a:bodyPr lIns="0" tIns="0" rIns="0" bIns="0"/>
          <a:lstStyle/>
          <a:p>
            <a:endParaRPr/>
          </a:p>
        </p:txBody>
      </p:sp>
      <p:sp>
        <p:nvSpPr>
          <p:cNvPr id="97" name="PlaceHolder 3"/>
          <p:cNvSpPr>
            <a:spLocks noGrp="1"/>
          </p:cNvSpPr>
          <p:nvPr>
            <p:ph type="body"/>
          </p:nvPr>
        </p:nvSpPr>
        <p:spPr>
          <a:xfrm>
            <a:off x="457200" y="3682080"/>
            <a:ext cx="8229240" cy="1896840"/>
          </a:xfrm>
          <a:prstGeom prst="rect">
            <a:avLst/>
          </a:prstGeom>
        </p:spPr>
        <p:txBody>
          <a:bodyPr lIns="0" tIns="0" rIns="0" bIns="0"/>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99" name="PlaceHolder 2"/>
          <p:cNvSpPr>
            <a:spLocks noGrp="1"/>
          </p:cNvSpPr>
          <p:nvPr>
            <p:ph type="body"/>
          </p:nvPr>
        </p:nvSpPr>
        <p:spPr>
          <a:xfrm>
            <a:off x="457200" y="1604520"/>
            <a:ext cx="4015800" cy="1896840"/>
          </a:xfrm>
          <a:prstGeom prst="rect">
            <a:avLst/>
          </a:prstGeom>
        </p:spPr>
        <p:txBody>
          <a:bodyPr lIns="0" tIns="0" rIns="0" bIns="0"/>
          <a:lstStyle/>
          <a:p>
            <a:endParaRPr/>
          </a:p>
        </p:txBody>
      </p:sp>
      <p:sp>
        <p:nvSpPr>
          <p:cNvPr id="100" name="PlaceHolder 3"/>
          <p:cNvSpPr>
            <a:spLocks noGrp="1"/>
          </p:cNvSpPr>
          <p:nvPr>
            <p:ph type="body"/>
          </p:nvPr>
        </p:nvSpPr>
        <p:spPr>
          <a:xfrm>
            <a:off x="4674240" y="1604520"/>
            <a:ext cx="4015800" cy="1896840"/>
          </a:xfrm>
          <a:prstGeom prst="rect">
            <a:avLst/>
          </a:prstGeom>
        </p:spPr>
        <p:txBody>
          <a:bodyPr lIns="0" tIns="0" rIns="0" bIns="0"/>
          <a:lstStyle/>
          <a:p>
            <a:endParaRPr/>
          </a:p>
        </p:txBody>
      </p:sp>
      <p:sp>
        <p:nvSpPr>
          <p:cNvPr id="101" name="PlaceHolder 4"/>
          <p:cNvSpPr>
            <a:spLocks noGrp="1"/>
          </p:cNvSpPr>
          <p:nvPr>
            <p:ph type="body"/>
          </p:nvPr>
        </p:nvSpPr>
        <p:spPr>
          <a:xfrm>
            <a:off x="4674240" y="3682080"/>
            <a:ext cx="4015800" cy="1896840"/>
          </a:xfrm>
          <a:prstGeom prst="rect">
            <a:avLst/>
          </a:prstGeom>
        </p:spPr>
        <p:txBody>
          <a:bodyPr lIns="0" tIns="0" rIns="0" bIns="0"/>
          <a:lstStyle/>
          <a:p>
            <a:endParaRPr/>
          </a:p>
        </p:txBody>
      </p:sp>
      <p:sp>
        <p:nvSpPr>
          <p:cNvPr id="102" name="PlaceHolder 5"/>
          <p:cNvSpPr>
            <a:spLocks noGrp="1"/>
          </p:cNvSpPr>
          <p:nvPr>
            <p:ph type="body"/>
          </p:nvPr>
        </p:nvSpPr>
        <p:spPr>
          <a:xfrm>
            <a:off x="457200" y="3682080"/>
            <a:ext cx="4015800" cy="1896840"/>
          </a:xfrm>
          <a:prstGeom prst="rect">
            <a:avLst/>
          </a:prstGeom>
        </p:spPr>
        <p:txBody>
          <a:bodyPr lIns="0" tIns="0" rIns="0" bIns="0"/>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5160"/>
          </a:xfrm>
          <a:prstGeom prst="rect">
            <a:avLst/>
          </a:prstGeom>
        </p:spPr>
        <p:txBody>
          <a:bodyPr lIns="0" tIns="0" rIns="0" bIns="0" anchor="ctr"/>
          <a:lstStyle/>
          <a:p>
            <a:pPr algn="ctr"/>
            <a:endParaRPr/>
          </a:p>
        </p:txBody>
      </p:sp>
      <p:sp>
        <p:nvSpPr>
          <p:cNvPr id="104" name="PlaceHolder 2"/>
          <p:cNvSpPr>
            <a:spLocks noGrp="1"/>
          </p:cNvSpPr>
          <p:nvPr>
            <p:ph type="body"/>
          </p:nvPr>
        </p:nvSpPr>
        <p:spPr>
          <a:xfrm>
            <a:off x="457200" y="1604520"/>
            <a:ext cx="8229240" cy="3977280"/>
          </a:xfrm>
          <a:prstGeom prst="rect">
            <a:avLst/>
          </a:prstGeom>
        </p:spPr>
        <p:txBody>
          <a:bodyPr lIns="0" tIns="0" rIns="0" bIns="0"/>
          <a:lstStyle/>
          <a:p>
            <a:endParaRPr/>
          </a:p>
        </p:txBody>
      </p:sp>
      <p:sp>
        <p:nvSpPr>
          <p:cNvPr id="105" name="PlaceHolder 3"/>
          <p:cNvSpPr>
            <a:spLocks noGrp="1"/>
          </p:cNvSpPr>
          <p:nvPr>
            <p:ph type="body"/>
          </p:nvPr>
        </p:nvSpPr>
        <p:spPr>
          <a:xfrm>
            <a:off x="457200" y="1604520"/>
            <a:ext cx="8229240" cy="3977280"/>
          </a:xfrm>
          <a:prstGeom prst="rect">
            <a:avLst/>
          </a:prstGeom>
        </p:spPr>
        <p:txBody>
          <a:bodyPr lIns="0" tIns="0" rIns="0" bIns="0"/>
          <a:lstStyle/>
          <a:p>
            <a:endParaRPr/>
          </a:p>
        </p:txBody>
      </p:sp>
      <p:pic>
        <p:nvPicPr>
          <p:cNvPr id="106" name="Picture 105"/>
          <p:cNvPicPr/>
          <p:nvPr/>
        </p:nvPicPr>
        <p:blipFill>
          <a:blip r:embed="rId2"/>
          <a:stretch>
            <a:fillRect/>
          </a:stretch>
        </p:blipFill>
        <p:spPr>
          <a:xfrm>
            <a:off x="2079000" y="1604520"/>
            <a:ext cx="4984920" cy="3977280"/>
          </a:xfrm>
          <a:prstGeom prst="rect">
            <a:avLst/>
          </a:prstGeom>
          <a:ln>
            <a:noFill/>
          </a:ln>
        </p:spPr>
      </p:pic>
      <p:pic>
        <p:nvPicPr>
          <p:cNvPr id="107" name="Picture 106"/>
          <p:cNvPicPr/>
          <p:nvPr/>
        </p:nvPicPr>
        <p:blipFill>
          <a:blip r:embed="rId2"/>
          <a:stretch>
            <a:fillRect/>
          </a:stretch>
        </p:blipFill>
        <p:spPr>
          <a:xfrm>
            <a:off x="207900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en-IN" sz="4400">
                <a:latin typeface="Arial"/>
              </a:rPr>
              <a:t>Click to edit the title text format</a:t>
            </a:r>
            <a:endParaRPr/>
          </a:p>
        </p:txBody>
      </p:sp>
      <p:sp>
        <p:nvSpPr>
          <p:cNvPr id="3" name="PlaceHolder 2"/>
          <p:cNvSpPr>
            <a:spLocks noGrp="1"/>
          </p:cNvSpPr>
          <p:nvPr>
            <p:ph type="body"/>
          </p:nvPr>
        </p:nvSpPr>
        <p:spPr>
          <a:xfrm>
            <a:off x="457200" y="1604520"/>
            <a:ext cx="8229240" cy="3977280"/>
          </a:xfrm>
          <a:prstGeom prst="rect">
            <a:avLst/>
          </a:prstGeom>
        </p:spPr>
        <p:txBody>
          <a:bodyPr lIns="0" tIns="0" rIns="0" bIns="0"/>
          <a:lstStyle/>
          <a:p>
            <a:pPr>
              <a:buSzPct val="45000"/>
              <a:buFont typeface="StarSymbol"/>
              <a:buChar char=""/>
            </a:pPr>
            <a:r>
              <a:rPr lang="en-IN" sz="3200">
                <a:latin typeface="Arial"/>
              </a:rPr>
              <a:t>Click to edit the outline text format</a:t>
            </a:r>
            <a:endParaRPr/>
          </a:p>
          <a:p>
            <a:pPr lvl="1">
              <a:buSzPct val="75000"/>
              <a:buFont typeface="StarSymbol"/>
              <a:buChar char=""/>
            </a:pPr>
            <a:r>
              <a:rPr lang="en-IN" sz="2800">
                <a:latin typeface="Arial"/>
              </a:rPr>
              <a:t>Second Outline Level</a:t>
            </a:r>
            <a:endParaRPr/>
          </a:p>
          <a:p>
            <a:pPr lvl="2">
              <a:buSzPct val="45000"/>
              <a:buFont typeface="StarSymbol"/>
              <a:buChar char=""/>
            </a:pPr>
            <a:r>
              <a:rPr lang="en-IN" sz="2400">
                <a:latin typeface="Arial"/>
              </a:rPr>
              <a:t>Third Outline Level</a:t>
            </a:r>
            <a:endParaRPr/>
          </a:p>
          <a:p>
            <a:pPr lvl="3">
              <a:buSzPct val="75000"/>
              <a:buFont typeface="StarSymbol"/>
              <a:buChar char=""/>
            </a:pPr>
            <a:r>
              <a:rPr lang="en-IN" sz="2000">
                <a:latin typeface="Arial"/>
              </a:rPr>
              <a:t>Fourth Outline Level</a:t>
            </a:r>
            <a:endParaRPr/>
          </a:p>
          <a:p>
            <a:pPr lvl="4">
              <a:buSzPct val="45000"/>
              <a:buFont typeface="StarSymbol"/>
              <a:buChar char=""/>
            </a:pPr>
            <a:r>
              <a:rPr lang="en-IN" sz="2000">
                <a:latin typeface="Arial"/>
              </a:rPr>
              <a:t>Fifth Outline Level</a:t>
            </a:r>
            <a:endParaRPr/>
          </a:p>
          <a:p>
            <a:pPr lvl="5">
              <a:buSzPct val="45000"/>
              <a:buFont typeface="StarSymbol"/>
              <a:buChar char=""/>
            </a:pPr>
            <a:r>
              <a:rPr lang="en-IN" sz="2000">
                <a:latin typeface="Arial"/>
              </a:rPr>
              <a:t>Sixth Outline Level</a:t>
            </a:r>
            <a:endParaRPr/>
          </a:p>
          <a:p>
            <a:pPr lvl="6">
              <a:buSzPct val="45000"/>
              <a:buFont typeface="StarSymbol"/>
              <a:buChar char=""/>
            </a:pPr>
            <a:r>
              <a:rPr lang="en-IN"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en-IN" sz="4400">
                <a:latin typeface="Arial"/>
              </a:rPr>
              <a:t>Click to edit the title text format</a:t>
            </a:r>
            <a:endParaRPr/>
          </a:p>
        </p:txBody>
      </p:sp>
      <p:sp>
        <p:nvSpPr>
          <p:cNvPr id="37" name="PlaceHolder 2"/>
          <p:cNvSpPr>
            <a:spLocks noGrp="1"/>
          </p:cNvSpPr>
          <p:nvPr>
            <p:ph type="body"/>
          </p:nvPr>
        </p:nvSpPr>
        <p:spPr>
          <a:xfrm>
            <a:off x="457200" y="1604520"/>
            <a:ext cx="8229240" cy="3977280"/>
          </a:xfrm>
          <a:prstGeom prst="rect">
            <a:avLst/>
          </a:prstGeom>
        </p:spPr>
        <p:txBody>
          <a:bodyPr lIns="0" tIns="0" rIns="0" bIns="0"/>
          <a:lstStyle/>
          <a:p>
            <a:pPr>
              <a:buSzPct val="45000"/>
              <a:buFont typeface="StarSymbol"/>
              <a:buChar char=""/>
            </a:pPr>
            <a:r>
              <a:rPr lang="en-IN" sz="3200">
                <a:latin typeface="Arial"/>
              </a:rPr>
              <a:t>Click to edit the outline text format</a:t>
            </a:r>
            <a:endParaRPr/>
          </a:p>
          <a:p>
            <a:pPr lvl="1">
              <a:buSzPct val="75000"/>
              <a:buFont typeface="StarSymbol"/>
              <a:buChar char=""/>
            </a:pPr>
            <a:r>
              <a:rPr lang="en-IN" sz="2800">
                <a:latin typeface="Arial"/>
              </a:rPr>
              <a:t>Second Outline Level</a:t>
            </a:r>
            <a:endParaRPr/>
          </a:p>
          <a:p>
            <a:pPr lvl="2">
              <a:buSzPct val="45000"/>
              <a:buFont typeface="StarSymbol"/>
              <a:buChar char=""/>
            </a:pPr>
            <a:r>
              <a:rPr lang="en-IN" sz="2400">
                <a:latin typeface="Arial"/>
              </a:rPr>
              <a:t>Third Outline Level</a:t>
            </a:r>
            <a:endParaRPr/>
          </a:p>
          <a:p>
            <a:pPr lvl="3">
              <a:buSzPct val="75000"/>
              <a:buFont typeface="StarSymbol"/>
              <a:buChar char=""/>
            </a:pPr>
            <a:r>
              <a:rPr lang="en-IN" sz="2000">
                <a:latin typeface="Arial"/>
              </a:rPr>
              <a:t>Fourth Outline Level</a:t>
            </a:r>
            <a:endParaRPr/>
          </a:p>
          <a:p>
            <a:pPr lvl="4">
              <a:buSzPct val="45000"/>
              <a:buFont typeface="StarSymbol"/>
              <a:buChar char=""/>
            </a:pPr>
            <a:r>
              <a:rPr lang="en-IN" sz="2000">
                <a:latin typeface="Arial"/>
              </a:rPr>
              <a:t>Fifth Outline Level</a:t>
            </a:r>
            <a:endParaRPr/>
          </a:p>
          <a:p>
            <a:pPr lvl="5">
              <a:buSzPct val="45000"/>
              <a:buFont typeface="StarSymbol"/>
              <a:buChar char=""/>
            </a:pPr>
            <a:r>
              <a:rPr lang="en-IN" sz="2000">
                <a:latin typeface="Arial"/>
              </a:rPr>
              <a:t>Sixth Outline Level</a:t>
            </a:r>
            <a:endParaRPr/>
          </a:p>
          <a:p>
            <a:pPr lvl="6">
              <a:buSzPct val="45000"/>
              <a:buFont typeface="StarSymbol"/>
              <a:buChar char=""/>
            </a:pPr>
            <a:r>
              <a:rPr lang="en-IN"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en-IN" sz="4400">
                <a:latin typeface="Arial"/>
              </a:rPr>
              <a:t>Click to edit the title text format</a:t>
            </a:r>
            <a:endParaRPr/>
          </a:p>
        </p:txBody>
      </p:sp>
      <p:sp>
        <p:nvSpPr>
          <p:cNvPr id="73" name="PlaceHolder 2"/>
          <p:cNvSpPr>
            <a:spLocks noGrp="1"/>
          </p:cNvSpPr>
          <p:nvPr>
            <p:ph type="body"/>
          </p:nvPr>
        </p:nvSpPr>
        <p:spPr>
          <a:xfrm>
            <a:off x="457200" y="1604520"/>
            <a:ext cx="8229240" cy="3977280"/>
          </a:xfrm>
          <a:prstGeom prst="rect">
            <a:avLst/>
          </a:prstGeom>
        </p:spPr>
        <p:txBody>
          <a:bodyPr lIns="0" tIns="0" rIns="0" bIns="0"/>
          <a:lstStyle/>
          <a:p>
            <a:pPr>
              <a:buSzPct val="45000"/>
              <a:buFont typeface="StarSymbol"/>
              <a:buChar char=""/>
            </a:pPr>
            <a:r>
              <a:rPr lang="en-IN" sz="3200">
                <a:latin typeface="Arial"/>
              </a:rPr>
              <a:t>Click to edit the outline text format</a:t>
            </a:r>
            <a:endParaRPr/>
          </a:p>
          <a:p>
            <a:pPr lvl="1">
              <a:buSzPct val="75000"/>
              <a:buFont typeface="StarSymbol"/>
              <a:buChar char=""/>
            </a:pPr>
            <a:r>
              <a:rPr lang="en-IN" sz="2800">
                <a:latin typeface="Arial"/>
              </a:rPr>
              <a:t>Second Outline Level</a:t>
            </a:r>
            <a:endParaRPr/>
          </a:p>
          <a:p>
            <a:pPr lvl="2">
              <a:buSzPct val="45000"/>
              <a:buFont typeface="StarSymbol"/>
              <a:buChar char=""/>
            </a:pPr>
            <a:r>
              <a:rPr lang="en-IN" sz="2400">
                <a:latin typeface="Arial"/>
              </a:rPr>
              <a:t>Third Outline Level</a:t>
            </a:r>
            <a:endParaRPr/>
          </a:p>
          <a:p>
            <a:pPr lvl="3">
              <a:buSzPct val="75000"/>
              <a:buFont typeface="StarSymbol"/>
              <a:buChar char=""/>
            </a:pPr>
            <a:r>
              <a:rPr lang="en-IN" sz="2000">
                <a:latin typeface="Arial"/>
              </a:rPr>
              <a:t>Fourth Outline Level</a:t>
            </a:r>
            <a:endParaRPr/>
          </a:p>
          <a:p>
            <a:pPr lvl="4">
              <a:buSzPct val="45000"/>
              <a:buFont typeface="StarSymbol"/>
              <a:buChar char=""/>
            </a:pPr>
            <a:r>
              <a:rPr lang="en-IN" sz="2000">
                <a:latin typeface="Arial"/>
              </a:rPr>
              <a:t>Fifth Outline Level</a:t>
            </a:r>
            <a:endParaRPr/>
          </a:p>
          <a:p>
            <a:pPr lvl="5">
              <a:buSzPct val="45000"/>
              <a:buFont typeface="StarSymbol"/>
              <a:buChar char=""/>
            </a:pPr>
            <a:r>
              <a:rPr lang="en-IN" sz="2000">
                <a:latin typeface="Arial"/>
              </a:rPr>
              <a:t>Sixth Outline Level</a:t>
            </a:r>
            <a:endParaRPr/>
          </a:p>
          <a:p>
            <a:pPr lvl="6">
              <a:buSzPct val="45000"/>
              <a:buFont typeface="StarSymbol"/>
              <a:buChar char=""/>
            </a:pPr>
            <a:r>
              <a:rPr lang="en-IN" sz="2000">
                <a:latin typeface="Arial"/>
              </a:rPr>
              <a:t>Seventh Outline Level</a:t>
            </a:r>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stomShape 1"/>
          <p:cNvSpPr/>
          <p:nvPr/>
        </p:nvSpPr>
        <p:spPr>
          <a:xfrm>
            <a:off x="457200" y="122400"/>
            <a:ext cx="8228880" cy="429840"/>
          </a:xfrm>
          <a:prstGeom prst="rect">
            <a:avLst/>
          </a:prstGeom>
          <a:noFill/>
          <a:ln>
            <a:noFill/>
          </a:ln>
        </p:spPr>
        <p:txBody>
          <a:bodyPr lIns="0" tIns="0" rIns="0" bIns="0"/>
          <a:lstStyle/>
          <a:p>
            <a:pPr>
              <a:lnSpc>
                <a:spcPct val="100000"/>
              </a:lnSpc>
            </a:pPr>
            <a:r>
              <a:rPr lang="en-IN" sz="2800">
                <a:latin typeface="Calibri"/>
              </a:rPr>
              <a:t>Web Security Considerations</a:t>
            </a:r>
            <a:endParaRPr/>
          </a:p>
        </p:txBody>
      </p:sp>
      <p:sp>
        <p:nvSpPr>
          <p:cNvPr id="111" name="CustomShape 2"/>
          <p:cNvSpPr/>
          <p:nvPr/>
        </p:nvSpPr>
        <p:spPr>
          <a:xfrm>
            <a:off x="72000" y="373680"/>
            <a:ext cx="9072000" cy="6484320"/>
          </a:xfrm>
          <a:prstGeom prst="rect">
            <a:avLst/>
          </a:prstGeom>
          <a:noFill/>
          <a:ln>
            <a:noFill/>
          </a:ln>
        </p:spPr>
        <p:txBody>
          <a:bodyPr lIns="0" tIns="0" rIns="0" bIns="0"/>
          <a:lstStyle/>
          <a:p>
            <a:pPr>
              <a:lnSpc>
                <a:spcPct val="100000"/>
              </a:lnSpc>
            </a:pPr>
            <a:endParaRPr/>
          </a:p>
          <a:p>
            <a:pPr>
              <a:lnSpc>
                <a:spcPct val="100000"/>
              </a:lnSpc>
              <a:buFont typeface="Arial"/>
              <a:buChar char="•"/>
            </a:pPr>
            <a:r>
              <a:rPr lang="en-IN" sz="2400">
                <a:latin typeface="Calibri"/>
              </a:rPr>
              <a:t>The World Wide Web is fundamentally a client/server application running over the Internet and TCP/IP intranets. Web presents new challenges not generally appreciated in the context of computer and network security</a:t>
            </a:r>
            <a:endParaRPr/>
          </a:p>
          <a:p>
            <a:pPr>
              <a:lnSpc>
                <a:spcPct val="100000"/>
              </a:lnSpc>
            </a:pPr>
            <a:endParaRPr/>
          </a:p>
          <a:p>
            <a:pPr>
              <a:lnSpc>
                <a:spcPct val="100000"/>
              </a:lnSpc>
              <a:buFont typeface="Arial"/>
              <a:buChar char="•"/>
            </a:pPr>
            <a:r>
              <a:rPr lang="en-IN" sz="2400">
                <a:latin typeface="Calibri"/>
              </a:rPr>
              <a:t>The Internet is two way. Unlike traditional publishing environments, even electronic publishing systems involving teletext, voice response, or fax-back, the Web is vulnerable to attacks on the Web servers over the Internet.</a:t>
            </a:r>
            <a:endParaRPr/>
          </a:p>
          <a:p>
            <a:pPr>
              <a:lnSpc>
                <a:spcPct val="100000"/>
              </a:lnSpc>
            </a:pPr>
            <a:endParaRPr/>
          </a:p>
          <a:p>
            <a:pPr>
              <a:lnSpc>
                <a:spcPct val="100000"/>
              </a:lnSpc>
              <a:buFont typeface="Arial"/>
              <a:buChar char="•"/>
            </a:pPr>
            <a:r>
              <a:rPr lang="en-IN" sz="2400">
                <a:latin typeface="Calibri"/>
              </a:rPr>
              <a:t>The Web is increasingly serving as a highly visible outlet for corporate and product information and as the platform for business transactions. Reputations can be damaged and money can be lost if the Web servers are subverted.</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457200" y="23040"/>
            <a:ext cx="8125920" cy="372960"/>
          </a:xfrm>
          <a:prstGeom prst="rect">
            <a:avLst/>
          </a:prstGeom>
          <a:noFill/>
          <a:ln>
            <a:noFill/>
          </a:ln>
        </p:spPr>
        <p:txBody>
          <a:bodyPr lIns="0" tIns="0" rIns="0" bIns="0"/>
          <a:lstStyle/>
          <a:p>
            <a:r>
              <a:rPr lang="en-IN" sz="2800">
                <a:latin typeface="Calibri"/>
              </a:rPr>
              <a:t>Web Security Considerations</a:t>
            </a:r>
            <a:endParaRPr/>
          </a:p>
          <a:p>
            <a:pPr>
              <a:lnSpc>
                <a:spcPct val="100000"/>
              </a:lnSpc>
            </a:pPr>
            <a:endParaRPr/>
          </a:p>
        </p:txBody>
      </p:sp>
      <p:sp>
        <p:nvSpPr>
          <p:cNvPr id="113" name="CustomShape 2"/>
          <p:cNvSpPr/>
          <p:nvPr/>
        </p:nvSpPr>
        <p:spPr>
          <a:xfrm>
            <a:off x="228600" y="428040"/>
            <a:ext cx="8623800" cy="6429960"/>
          </a:xfrm>
          <a:prstGeom prst="rect">
            <a:avLst/>
          </a:prstGeom>
          <a:noFill/>
          <a:ln>
            <a:noFill/>
          </a:ln>
        </p:spPr>
        <p:txBody>
          <a:bodyPr lIns="0" tIns="0" rIns="0" bIns="0"/>
          <a:lstStyle/>
          <a:p>
            <a:pPr>
              <a:lnSpc>
                <a:spcPct val="100000"/>
              </a:lnSpc>
              <a:buFont typeface="Arial"/>
              <a:buChar char="•"/>
            </a:pPr>
            <a:r>
              <a:rPr lang="en-IN" sz="2200">
                <a:latin typeface="Calibri"/>
              </a:rPr>
              <a:t>Although Web browsers are very easy to use, Web servers are relatively easy to configure and manage, and Web content is increasingly easy to develop, the underlying software is extraordinarily complex. This complex software may hide many potential security flaws. The short history of the Web is filled with examples ofsystems that are vulnerable to a variety of security attacks.</a:t>
            </a:r>
            <a:endParaRPr/>
          </a:p>
          <a:p>
            <a:pPr>
              <a:lnSpc>
                <a:spcPct val="100000"/>
              </a:lnSpc>
            </a:pPr>
            <a:endParaRPr/>
          </a:p>
          <a:p>
            <a:pPr>
              <a:lnSpc>
                <a:spcPct val="100000"/>
              </a:lnSpc>
              <a:buFont typeface="Arial"/>
              <a:buChar char="•"/>
            </a:pPr>
            <a:r>
              <a:rPr lang="en-IN" sz="2200">
                <a:latin typeface="Calibri"/>
              </a:rPr>
              <a:t>A Web server can be exploited as a launching pad into the corporation's or agency's entire computer complex. Once the Web server is subverted, an attacker may be able to gain access to data and systems not part of the Web itself but connected to the server at the local site.</a:t>
            </a:r>
            <a:endParaRPr/>
          </a:p>
          <a:p>
            <a:pPr>
              <a:lnSpc>
                <a:spcPct val="100000"/>
              </a:lnSpc>
            </a:pPr>
            <a:endParaRPr/>
          </a:p>
          <a:p>
            <a:pPr>
              <a:lnSpc>
                <a:spcPct val="100000"/>
              </a:lnSpc>
              <a:buFont typeface="Arial"/>
              <a:buChar char="•"/>
            </a:pPr>
            <a:r>
              <a:rPr lang="en-IN" sz="2200">
                <a:latin typeface="Calibri"/>
              </a:rPr>
              <a:t>Casual and untrained (in security matters) users are common clients for Web-based services. Such users are not necessarily aware of the security risks that exist and do not have the tools or knowledge to take effective countermeasures.</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1"/>
          <p:cNvSpPr/>
          <p:nvPr/>
        </p:nvSpPr>
        <p:spPr>
          <a:xfrm>
            <a:off x="685800" y="2126160"/>
            <a:ext cx="7771680" cy="614520"/>
          </a:xfrm>
          <a:prstGeom prst="rect">
            <a:avLst/>
          </a:prstGeom>
          <a:noFill/>
          <a:ln>
            <a:noFill/>
          </a:ln>
        </p:spPr>
        <p:txBody>
          <a:bodyPr lIns="0" tIns="0" rIns="0" bIns="0"/>
          <a:lstStyle/>
          <a:p>
            <a:pPr>
              <a:lnSpc>
                <a:spcPct val="100000"/>
              </a:lnSpc>
            </a:pPr>
            <a:r>
              <a:rPr lang="en-IN" sz="4000">
                <a:latin typeface="Calibri"/>
              </a:rPr>
              <a:t>Web Traffic Security Approaches</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CustomShape 1"/>
          <p:cNvSpPr/>
          <p:nvPr/>
        </p:nvSpPr>
        <p:spPr>
          <a:xfrm>
            <a:off x="-792000" y="-233280"/>
            <a:ext cx="9143280" cy="6857280"/>
          </a:xfrm>
          <a:prstGeom prst="rect">
            <a:avLst/>
          </a:prstGeom>
          <a:blipFill>
            <a:blip r:embed="rId2"/>
            <a:stretch>
              <a:fillRect/>
            </a:stretch>
          </a:blipFill>
          <a:ln w="9360">
            <a:noFill/>
          </a:ln>
        </p:spPr>
      </p:sp>
      <p:sp>
        <p:nvSpPr>
          <p:cNvPr id="117" name="TextShape 2"/>
          <p:cNvSpPr txBox="1"/>
          <p:nvPr/>
        </p:nvSpPr>
        <p:spPr>
          <a:xfrm>
            <a:off x="1247760" y="2972520"/>
            <a:ext cx="4800240" cy="402840"/>
          </a:xfrm>
          <a:prstGeom prst="rect">
            <a:avLst/>
          </a:prstGeom>
        </p:spPr>
        <p:txBody>
          <a:bodyPr lIns="90000" tIns="45000" rIns="90000" bIns="45000"/>
          <a:lstStyle/>
          <a:p>
            <a:r>
              <a:rPr lang="en-IN" sz="2200">
                <a:solidFill>
                  <a:srgbClr val="000000"/>
                </a:solidFill>
                <a:latin typeface="Arial"/>
              </a:rPr>
              <a:t>(Internet Engineering Task Force)</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0" y="0"/>
            <a:ext cx="9143280" cy="68374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stomShape 1"/>
          <p:cNvSpPr/>
          <p:nvPr/>
        </p:nvSpPr>
        <p:spPr>
          <a:xfrm>
            <a:off x="0" y="0"/>
            <a:ext cx="9143280" cy="4342680"/>
          </a:xfrm>
          <a:prstGeom prst="rect">
            <a:avLst/>
          </a:prstGeom>
          <a:blipFill>
            <a:blip r:embed="rId2"/>
            <a:stretch>
              <a:fillRect/>
            </a:stretch>
          </a:blipFill>
          <a:ln w="9360">
            <a:noFill/>
          </a:ln>
        </p:spPr>
      </p:sp>
      <p:sp>
        <p:nvSpPr>
          <p:cNvPr id="128" name="CustomShape 2"/>
          <p:cNvSpPr/>
          <p:nvPr/>
        </p:nvSpPr>
        <p:spPr>
          <a:xfrm>
            <a:off x="597600" y="3723120"/>
            <a:ext cx="7758360" cy="1552320"/>
          </a:xfrm>
          <a:prstGeom prst="rect">
            <a:avLst/>
          </a:prstGeom>
          <a:noFill/>
          <a:ln>
            <a:noFill/>
          </a:ln>
        </p:spPr>
        <p:txBody>
          <a:bodyPr lIns="90000" tIns="45000" rIns="90000" bIns="45000"/>
          <a:lstStyle/>
          <a:p>
            <a:pPr>
              <a:lnSpc>
                <a:spcPct val="100000"/>
              </a:lnSpc>
            </a:pPr>
            <a:r>
              <a:rPr lang="en-IN" sz="2400">
                <a:solidFill>
                  <a:srgbClr val="000000"/>
                </a:solidFill>
                <a:latin typeface="Calibri"/>
                <a:ea typeface="Arial"/>
              </a:rPr>
              <a:t>The Alert Protocol is used to convey SSL-related alerts to the peer entity. As with other applications that use SSL, alert messages are compressed and encrypted</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CustomShape 1"/>
          <p:cNvSpPr/>
          <p:nvPr/>
        </p:nvSpPr>
        <p:spPr>
          <a:xfrm>
            <a:off x="457200" y="-13320"/>
            <a:ext cx="8228880" cy="491400"/>
          </a:xfrm>
          <a:prstGeom prst="rect">
            <a:avLst/>
          </a:prstGeom>
          <a:noFill/>
          <a:ln>
            <a:noFill/>
          </a:ln>
        </p:spPr>
        <p:txBody>
          <a:bodyPr lIns="0" tIns="0" rIns="0" bIns="0"/>
          <a:lstStyle/>
          <a:p>
            <a:pPr>
              <a:lnSpc>
                <a:spcPct val="100000"/>
              </a:lnSpc>
            </a:pPr>
            <a:r>
              <a:rPr lang="en-IN" sz="3200">
                <a:latin typeface="Calibri"/>
              </a:rPr>
              <a:t>Alert Protocol Examples</a:t>
            </a:r>
            <a:endParaRPr/>
          </a:p>
        </p:txBody>
      </p:sp>
      <p:sp>
        <p:nvSpPr>
          <p:cNvPr id="130" name="CustomShape 2"/>
          <p:cNvSpPr/>
          <p:nvPr/>
        </p:nvSpPr>
        <p:spPr>
          <a:xfrm>
            <a:off x="457200" y="724680"/>
            <a:ext cx="8228880" cy="5899320"/>
          </a:xfrm>
          <a:prstGeom prst="rect">
            <a:avLst/>
          </a:prstGeom>
          <a:noFill/>
          <a:ln>
            <a:noFill/>
          </a:ln>
        </p:spPr>
        <p:txBody>
          <a:bodyPr lIns="0" tIns="0" rIns="0" bIns="0"/>
          <a:lstStyle/>
          <a:p>
            <a:pPr>
              <a:lnSpc>
                <a:spcPct val="100000"/>
              </a:lnSpc>
              <a:buFont typeface="Arial"/>
              <a:buChar char="•"/>
            </a:pPr>
            <a:r>
              <a:rPr lang="en-IN" sz="2400">
                <a:latin typeface="Calibri"/>
              </a:rPr>
              <a:t>unexpected_message: An inappropriate message was received.</a:t>
            </a:r>
            <a:endParaRPr/>
          </a:p>
          <a:p>
            <a:pPr>
              <a:lnSpc>
                <a:spcPct val="100000"/>
              </a:lnSpc>
            </a:pPr>
            <a:endParaRPr/>
          </a:p>
          <a:p>
            <a:pPr>
              <a:lnSpc>
                <a:spcPct val="100000"/>
              </a:lnSpc>
              <a:buFont typeface="Arial"/>
              <a:buChar char="•"/>
            </a:pPr>
            <a:r>
              <a:rPr lang="en-IN" sz="2400">
                <a:latin typeface="Calibri"/>
              </a:rPr>
              <a:t>bad_record_mac: An incorrect MAC was received.</a:t>
            </a:r>
            <a:endParaRPr/>
          </a:p>
          <a:p>
            <a:pPr>
              <a:lnSpc>
                <a:spcPct val="100000"/>
              </a:lnSpc>
            </a:pPr>
            <a:endParaRPr/>
          </a:p>
          <a:p>
            <a:pPr>
              <a:lnSpc>
                <a:spcPct val="100000"/>
              </a:lnSpc>
              <a:buFont typeface="Arial"/>
              <a:buChar char="•"/>
            </a:pPr>
            <a:r>
              <a:rPr lang="en-IN" sz="2400">
                <a:latin typeface="Calibri"/>
              </a:rPr>
              <a:t>decompression_failure: The decompression function received improper input (e.g., unable to decompress or decompress to greater than maximum allowable length).</a:t>
            </a:r>
            <a:endParaRPr/>
          </a:p>
          <a:p>
            <a:pPr>
              <a:lnSpc>
                <a:spcPct val="100000"/>
              </a:lnSpc>
            </a:pPr>
            <a:endParaRPr/>
          </a:p>
          <a:p>
            <a:pPr>
              <a:lnSpc>
                <a:spcPct val="100000"/>
              </a:lnSpc>
              <a:buFont typeface="Arial"/>
              <a:buChar char="•"/>
            </a:pPr>
            <a:r>
              <a:rPr lang="en-IN" sz="2400">
                <a:latin typeface="Calibri"/>
              </a:rPr>
              <a:t>handshake_failure: Sender was unable to negotiate an acceptable set of security parameters given the options available.</a:t>
            </a:r>
            <a:endParaRPr/>
          </a:p>
          <a:p>
            <a:pPr>
              <a:lnSpc>
                <a:spcPct val="100000"/>
              </a:lnSpc>
            </a:pPr>
            <a:endParaRPr/>
          </a:p>
          <a:p>
            <a:pPr>
              <a:lnSpc>
                <a:spcPct val="100000"/>
              </a:lnSpc>
              <a:buFont typeface="Arial"/>
              <a:buChar char="•"/>
            </a:pPr>
            <a:r>
              <a:rPr lang="en-IN" sz="2400">
                <a:latin typeface="Calibri"/>
              </a:rPr>
              <a:t>illegal_parameter: A field in a handshake message was out of range or inconsistent with other fields.</a:t>
            </a:r>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0" y="122019"/>
            <a:ext cx="9143280" cy="7199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CustomShape 1"/>
          <p:cNvSpPr/>
          <p:nvPr/>
        </p:nvSpPr>
        <p:spPr>
          <a:xfrm>
            <a:off x="0" y="0"/>
            <a:ext cx="9143280" cy="6857280"/>
          </a:xfrm>
          <a:prstGeom prst="rect">
            <a:avLst/>
          </a:prstGeom>
          <a:blipFill>
            <a:blip r:embed="rId2"/>
            <a:stretch>
              <a:fillRect/>
            </a:stretch>
          </a:blipFill>
          <a:ln w="9360">
            <a:noFill/>
          </a:ln>
        </p:spPr>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410</Words>
  <Application>Microsoft Office PowerPoint</Application>
  <PresentationFormat>On-screen Show (4:3)</PresentationFormat>
  <Paragraphs>26</Paragraphs>
  <Slides>28</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28</vt:i4>
      </vt:variant>
    </vt:vector>
  </HeadingPairs>
  <TitlesOfParts>
    <vt:vector size="34" baseType="lpstr">
      <vt:lpstr>Arial</vt:lpstr>
      <vt:lpstr>Calibri</vt:lpstr>
      <vt:lpstr>StarSymbol</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Nagaveni</cp:lastModifiedBy>
  <cp:revision>1</cp:revision>
  <dcterms:modified xsi:type="dcterms:W3CDTF">2022-09-27T20:54:54Z</dcterms:modified>
</cp:coreProperties>
</file>